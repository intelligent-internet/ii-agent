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Add-on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Platform + Bolt-on Combination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Add-on Transaction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Platform + add-on combination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315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Combined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Accretion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+X bps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Purchase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Implied 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Combined Pro Forma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5-year pro forma with synergies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188720"/>
                <a:gridCol w="1188720"/>
                <a:gridCol w="11887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Platform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Add-on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Synergies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Combined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Combined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Returns Accretion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Impact of add-on acquisition on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Platform-Only Returns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Entry: X.Xx EBITDA, Exit: X.Xx EBITDA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MOIC: X.Xx, IRR: XX%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Platform + Add-on Returns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Combined entry: X.Xx EBITDA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Combined exit: X.Xx EBITDA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MOIC: X.Xx (+X.Xx), IRR: XX% (+X%)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Value Drivers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Multiple arbitrage: Buy at X.Xx, sell at X.Xx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Revenue synergies: $XXM run-rate by Year 3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Cost synergies: $XM from back-office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