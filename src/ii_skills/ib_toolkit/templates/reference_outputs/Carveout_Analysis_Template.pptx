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Carve-out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Standalone Economics &amp;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Carve-out Transaction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elements of the carve-out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Transaction Structure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Seller: [Parent Company]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Target: [Division/Business Unit]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Revenue: $XXXM (XX% of parent)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EBITDA: $XXM (XX% margin)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Carve-out Considerations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Shared services: $X.XM allocated from parent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Transition services required: XX months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Stranded costs at parent: $X.XM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Separation Complexity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IT systems: [Integrated / Separate]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Facilities: [Shared / Dedicated]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Employees: XXX dedicated, XX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Standalone Operating Adjustments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Bridge from reported to standalone economics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589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 Reported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Adjustment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Standalone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Corporate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IT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Standalone G&amp;A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Public Company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Standalone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Separation &amp; TSA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separation milestones and TSA duration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  <a:gridCol w="9144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Legal entity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Legal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IT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HR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Finance standalone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Facility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Ops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TSA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PMO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