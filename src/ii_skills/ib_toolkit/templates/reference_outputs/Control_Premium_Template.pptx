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Control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Premium Analysis &amp; Precedents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Offer Premium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Offer premium relative to unaffected price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315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Unaffected Price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Offer Price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30-Day VWAP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52-Week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+X.Xx turn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Precedent Transaction Premiums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Control premiums paid in comparable transactions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Transaction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Deal Value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1-Day Premium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30-Day Premium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Comparable Deal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Comparable Deal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Comparable Deal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Comparable Deal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Comparable Deal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