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Earnout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Contingent Consideration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Earnout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Performance milestones and contingent payments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22376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097280"/>
                <a:gridCol w="10972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Earnout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 Target 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 Target 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 Target 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EBITDA Target 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FY2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Customer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&gt;XX%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FY1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Earnout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Earnout Valuation &amp; Risk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Fair value assessment of earnout consideration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Probability-Weighted Value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Total potential earnout: $XXM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Probability-weighted value: $X.XM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Discount rate applied: X%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Fair value at close: $X.XM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Milestone Achievement Risk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Revenue targets: Management projects XX% probability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EBITDA targets: Sensitive to margin assumptions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Retention target: Historical retention supports achievement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Key Considerations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Earnout caps total consideration at $XXXM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Accounting: Contingent liability on balance sheet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Management alignment: Seller executives staying X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