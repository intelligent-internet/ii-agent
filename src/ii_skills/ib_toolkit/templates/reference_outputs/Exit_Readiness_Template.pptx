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321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[Company Name] - Exit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321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Arial"/>
              </a:defRPr>
            </a:pPr>
            <a:r>
              <a:t>Exit Options &amp; Readiness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576072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February 04,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Exit Options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Potential exit routes and expected outcomes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772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914400"/>
                <a:gridCol w="1645920"/>
                <a:gridCol w="22860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Exit Route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Timing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Expected Value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Considerations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Strategic Sale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Year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$XXX-XXXM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Synergy premium potential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Sponsor-to-Sponsor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Year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$XXX-XXXM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Clean process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Year X+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$XXX-XXXM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Market dependent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Dividend Recap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Year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$XXM dividend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Partial liquidity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Exit Readiness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Assessment of key exit readiness dimensions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68096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1188720"/>
                <a:gridCol w="731520"/>
                <a:gridCol w="256032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Action Required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Financial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●●●○○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●●●●●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Continue EBITDA growth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Management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●●●●○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●●●●●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Hire CFO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Systems &amp; Reporting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●●●○○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●●●●○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Implement ERP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Customer Concentration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●●○○○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●●●●○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Diversify top 5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Growth 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●●●●○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●●●●●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Execute M&amp;A pipeline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Market 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●●●●○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●●●●●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Maintain share gains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