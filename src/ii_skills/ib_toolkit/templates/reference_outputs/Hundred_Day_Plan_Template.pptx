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321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[Company Name] - 100-Day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321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Arial"/>
              </a:defRPr>
            </a:pPr>
            <a:r>
              <a:t>Post-Close Value Creation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576072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February 04,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100-Day Plan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Post-close value creation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Phase 1: Days 1-30 (Foundation)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Finalize management team and reporting structure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Establish board cadence and KPI reporting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Complete integration planning (if add-on)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Phase 2: Days 31-60 (Quick Wins)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Implement pricing initiatives ($X.XM impact)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Launch cost reduction program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Begin commercial excellence review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Phase 3: Days 61-100 (Strategic Initiatives)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Finalize strategic plan and budget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Launch technology/systems roadmap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Complete organizational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Initiative Priority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Prioritized initiatives by impact and effort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694944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097280"/>
                <a:gridCol w="1097280"/>
                <a:gridCol w="1097280"/>
                <a:gridCol w="109728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Initiative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Impact ($M)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Effort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Pricing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$X.X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CCO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Procurement savings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$X.X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Q1-Q2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COO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Sales force effectiveness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$X.X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CCO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Working capital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$X.X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CFO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Headcount rationalization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$X.X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CHRO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System consolidation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$X.X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Q2-Q3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CTO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100-Day Milestone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Key milestones and accountability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694944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97280"/>
                <a:gridCol w="1097280"/>
                <a:gridCol w="1097280"/>
                <a:gridCol w="9144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Day 30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Day 60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Day 100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Management team in 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KPI dashboard 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Pricing changes implemented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Cost savings identified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Strategic plan approved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Budget finalized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