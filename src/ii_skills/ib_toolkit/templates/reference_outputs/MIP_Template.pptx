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Management Incentive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MIP Structure &amp; Payout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MIP Structure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Equity incentive structure for management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Pool Size &amp; Allocation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Total MIP pool: XX% of fully diluted equity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CEO allocation: XX%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CFO allocation: X%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Other executives: X%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Future hires reserve: X%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Vesting Terms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Time vesting: XX% over X years (cliff + monthly)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Performance vesting: XX% tied to exit returns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Acceleration: Double trigger on CIC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Terms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Strike price: Fair market value at grant ($X.XX/share)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Instrument: [Options / Profits Interests / RSUs]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MIP Payout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Management equity value at various exit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315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645920"/>
                <a:gridCol w="1645920"/>
                <a:gridCol w="12801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Value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MIP Pool Value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CEO Payout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of Exit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$300M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$600M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