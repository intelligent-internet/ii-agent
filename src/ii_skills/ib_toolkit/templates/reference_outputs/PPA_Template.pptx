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321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[Company Name] - Purchase Price Allocation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8321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Arial"/>
              </a:defRPr>
            </a:pPr>
            <a:r>
              <a:t>Asset Valuation &amp; Goodwill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576072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February 04,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Purchase Price Allocation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Preliminary purchase price allocation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7772400" cy="3520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3716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Asset/Liability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Book Value ($M)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Fair Value ($M)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Step-Up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Current Assets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PP&amp;E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Identified Intangibles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  Customer relationships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  Technology/IP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  Trade names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  Non-compete agreements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Goodwill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Deferred Tax Liability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($XX)</a:t>
                      </a:r>
                    </a:p>
                  </a:txBody>
                  <a:tcPr/>
                </a:tc>
              </a:tr>
              <a:tr h="32004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Total Purchase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Identified Intangible Assets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Intangible asset detail and amortization schedule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77724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371600"/>
                <a:gridCol w="18288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Intangible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Fair Value ($M)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Life (Yrs)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Annual Amort.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Customer Relationships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$X.X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Technology / Patents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$X.X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Trade Names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Indef.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Non-Compete Agreements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$X.X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Backlog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$X.X</a:t>
                      </a:r>
                    </a:p>
                  </a:txBody>
                  <a:tcPr/>
                </a:tc>
              </a:tr>
              <a:tr h="320045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Total Amortizing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$X.X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