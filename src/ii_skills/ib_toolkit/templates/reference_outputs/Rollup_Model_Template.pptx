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[Company Name] - Rollup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Platform Build &amp; Acquisition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7607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February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Rollup Acquisition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Platform + add-on acquisition history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0408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371600"/>
                <a:gridCol w="1371600"/>
                <a:gridCol w="1371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Acquisition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Close Date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Revenue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EBITDA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Multiple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Add-on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Add-on 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Add-on 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 (blended)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Rollup Strategy &amp;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Acquisition strategy and current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Strategy Overview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Target market: [description]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Fragmentation: Top X players control XX% of market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Typical target profile: $X-XXM revenue, XX%+ margins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Acquisition Criteria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Geography: [Regions of focus]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Valuation: X.Xx - X.Xx EBITDA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Synergy potential: Back-office, procurement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Pipeline Status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Active discussions: X targets ($XXM combined revenue)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LOI stage: X targets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Dry powder available: $XXM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Combined Platform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Platform value creation through rollup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498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Platform Only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With Add-ons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(Exit)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 CAGR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EBITDA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Blended Entry Multiple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Exit Multiple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