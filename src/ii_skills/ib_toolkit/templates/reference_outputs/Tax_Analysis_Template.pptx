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321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[Company Name] - Tax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321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Arial"/>
              </a:defRPr>
            </a:pPr>
            <a:r>
              <a:t>Tax Structure &amp; Shield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576072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February 04,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Tax Structure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Tax considerations and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Transaction Tax Structure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Deal structure: [Asset / Stock purchase]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Tax jurisdiction: [US / Canada / Other]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Step-up available: [Yes / No / Partial]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Key Tax Attributes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Net Operating Losses: $XXM (expires 20XX)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Section 382 limitation: $X.XM annually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Tax credits available: $X.XM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Effective Tax Rate Projection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Statutory rate: XX%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Estimated effective rate: XX%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Drivers: [NOL utilization, R&amp;D credits, etc.]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Tax Shield Value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Present value of tax attributes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768096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914400"/>
                <a:gridCol w="914400"/>
                <a:gridCol w="914400"/>
                <a:gridCol w="914400"/>
                <a:gridCol w="109728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Amortization (step-up)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Interest deduction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NOL utilization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Total deductions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Tax shield (XX%)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PV of tax shield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