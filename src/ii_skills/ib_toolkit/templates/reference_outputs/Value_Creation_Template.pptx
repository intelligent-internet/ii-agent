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321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[Company Name] - Value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321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Arial"/>
              </a:defRPr>
            </a:pPr>
            <a:r>
              <a:t>Equity Value Bridge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576072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February 04,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Value Creation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Attribution of equity value creation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7724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Entry Value ($M)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Exit Value ($M)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 Created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Entry Equity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EBITDA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+$XXX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 Revenue growth contribution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(+$XX)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 Margin expansion contribution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(+$XX)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Multiple Expansion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+$XX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Debt Paydown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+$XX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Exit Equity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Total Value Created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Value Creation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Key drivers of equity value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EBITDA Growth (XX% of value created)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Revenue CAGR: XX% ($XXM → $XXXM)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Margin expansion: XX% → XX% (+XXX bps)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Key initiatives: [pricing, new products, efficiency]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Multiple Expansion (XX% of value created)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Entry multiple: X.Xx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Exit multiple: X.Xx (+X.Xx turn)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Drivers: Scale, market position, growth profile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Deleveraging (XX% of value created)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Entry leverage: X.Xx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Exit leverage: X.Xx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Cumulative debt paydown: $XXM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